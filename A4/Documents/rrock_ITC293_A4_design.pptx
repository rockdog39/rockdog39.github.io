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74" r:id="rId4"/>
    <p:sldId id="262" r:id="rId5"/>
    <p:sldId id="263" r:id="rId6"/>
    <p:sldId id="264" r:id="rId7"/>
    <p:sldId id="278" r:id="rId8"/>
    <p:sldId id="276" r:id="rId9"/>
    <p:sldId id="275" r:id="rId10"/>
    <p:sldId id="277" r:id="rId11"/>
    <p:sldId id="261" r:id="rId12"/>
    <p:sldId id="266" r:id="rId13"/>
    <p:sldId id="267" r:id="rId14"/>
    <p:sldId id="268" r:id="rId15"/>
    <p:sldId id="269" r:id="rId16"/>
    <p:sldId id="270" r:id="rId17"/>
    <p:sldId id="271" r:id="rId18"/>
    <p:sldId id="279" r:id="rId19"/>
    <p:sldId id="272" r:id="rId20"/>
    <p:sldId id="273" r:id="rId21"/>
    <p:sldId id="282" r:id="rId22"/>
    <p:sldId id="283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ry Rock" userId="97ccd5e96319cdc3" providerId="LiveId" clId="{1FC3B2D3-46E9-4DC1-A99D-A6D548A536B3}"/>
    <pc:docChg chg="undo custSel addSld delSld modSld sldOrd">
      <pc:chgData name="Rory Rock" userId="97ccd5e96319cdc3" providerId="LiveId" clId="{1FC3B2D3-46E9-4DC1-A99D-A6D548A536B3}" dt="2026-06-13T07:23:56.996" v="9696" actId="313"/>
      <pc:docMkLst>
        <pc:docMk/>
      </pc:docMkLst>
      <pc:sldChg chg="addSp delSp modSp mod">
        <pc:chgData name="Rory Rock" userId="97ccd5e96319cdc3" providerId="LiveId" clId="{1FC3B2D3-46E9-4DC1-A99D-A6D548A536B3}" dt="2026-06-07T05:36:19.817" v="8197" actId="20577"/>
        <pc:sldMkLst>
          <pc:docMk/>
          <pc:sldMk cId="1953465316" sldId="258"/>
        </pc:sldMkLst>
        <pc:spChg chg="mod">
          <ac:chgData name="Rory Rock" userId="97ccd5e96319cdc3" providerId="LiveId" clId="{1FC3B2D3-46E9-4DC1-A99D-A6D548A536B3}" dt="2026-06-07T01:18:29.964" v="848" actId="27636"/>
          <ac:spMkLst>
            <pc:docMk/>
            <pc:sldMk cId="1953465316" sldId="258"/>
            <ac:spMk id="2" creationId="{9E40F0CD-BED4-7E62-9583-3E87A158B5C6}"/>
          </ac:spMkLst>
        </pc:spChg>
        <pc:spChg chg="add mod">
          <ac:chgData name="Rory Rock" userId="97ccd5e96319cdc3" providerId="LiveId" clId="{1FC3B2D3-46E9-4DC1-A99D-A6D548A536B3}" dt="2026-06-07T05:36:19.817" v="8197" actId="20577"/>
          <ac:spMkLst>
            <pc:docMk/>
            <pc:sldMk cId="1953465316" sldId="258"/>
            <ac:spMk id="7" creationId="{1593E13E-F4C5-B875-6625-3FDBDB99F6F6}"/>
          </ac:spMkLst>
        </pc:spChg>
      </pc:sldChg>
      <pc:sldChg chg="modSp mod">
        <pc:chgData name="Rory Rock" userId="97ccd5e96319cdc3" providerId="LiveId" clId="{1FC3B2D3-46E9-4DC1-A99D-A6D548A536B3}" dt="2026-06-07T01:18:29.939" v="847" actId="27636"/>
        <pc:sldMkLst>
          <pc:docMk/>
          <pc:sldMk cId="49289634" sldId="259"/>
        </pc:sldMkLst>
        <pc:spChg chg="mod">
          <ac:chgData name="Rory Rock" userId="97ccd5e96319cdc3" providerId="LiveId" clId="{1FC3B2D3-46E9-4DC1-A99D-A6D548A536B3}" dt="2026-06-07T01:18:29.939" v="847" actId="27636"/>
          <ac:spMkLst>
            <pc:docMk/>
            <pc:sldMk cId="49289634" sldId="259"/>
            <ac:spMk id="2" creationId="{3FF24B02-4E81-A9F3-BBE0-4E2736D3D2AF}"/>
          </ac:spMkLst>
        </pc:spChg>
        <pc:spChg chg="mod">
          <ac:chgData name="Rory Rock" userId="97ccd5e96319cdc3" providerId="LiveId" clId="{1FC3B2D3-46E9-4DC1-A99D-A6D548A536B3}" dt="2026-06-07T01:18:29.930" v="846" actId="26606"/>
          <ac:spMkLst>
            <pc:docMk/>
            <pc:sldMk cId="49289634" sldId="259"/>
            <ac:spMk id="3" creationId="{AACDC299-632C-0192-0D67-379E34F0497F}"/>
          </ac:spMkLst>
        </pc:spChg>
      </pc:sldChg>
      <pc:sldChg chg="addSp delSp modSp add mod ord">
        <pc:chgData name="Rory Rock" userId="97ccd5e96319cdc3" providerId="LiveId" clId="{1FC3B2D3-46E9-4DC1-A99D-A6D548A536B3}" dt="2026-06-07T03:16:18.230" v="2927" actId="14100"/>
        <pc:sldMkLst>
          <pc:docMk/>
          <pc:sldMk cId="1407487806" sldId="261"/>
        </pc:sldMkLst>
        <pc:spChg chg="add mod">
          <ac:chgData name="Rory Rock" userId="97ccd5e96319cdc3" providerId="LiveId" clId="{1FC3B2D3-46E9-4DC1-A99D-A6D548A536B3}" dt="2026-06-07T03:16:18.230" v="2927" actId="14100"/>
          <ac:spMkLst>
            <pc:docMk/>
            <pc:sldMk cId="1407487806" sldId="261"/>
            <ac:spMk id="6" creationId="{E41AE1FD-3B79-69D0-89C1-C219B4C8107B}"/>
          </ac:spMkLst>
        </pc:spChg>
      </pc:sldChg>
      <pc:sldChg chg="addSp delSp modSp add mod setBg">
        <pc:chgData name="Rory Rock" userId="97ccd5e96319cdc3" providerId="LiveId" clId="{1FC3B2D3-46E9-4DC1-A99D-A6D548A536B3}" dt="2026-06-07T02:02:26.815" v="2345" actId="20577"/>
        <pc:sldMkLst>
          <pc:docMk/>
          <pc:sldMk cId="2041317358" sldId="262"/>
        </pc:sldMkLst>
        <pc:spChg chg="mod">
          <ac:chgData name="Rory Rock" userId="97ccd5e96319cdc3" providerId="LiveId" clId="{1FC3B2D3-46E9-4DC1-A99D-A6D548A536B3}" dt="2026-06-07T01:53:32.158" v="2258" actId="26606"/>
          <ac:spMkLst>
            <pc:docMk/>
            <pc:sldMk cId="2041317358" sldId="262"/>
            <ac:spMk id="2" creationId="{884EB34A-A6AF-8D26-BE20-3BB77C9B9068}"/>
          </ac:spMkLst>
        </pc:spChg>
        <pc:spChg chg="add mod">
          <ac:chgData name="Rory Rock" userId="97ccd5e96319cdc3" providerId="LiveId" clId="{1FC3B2D3-46E9-4DC1-A99D-A6D548A536B3}" dt="2026-06-07T01:54:09.474" v="2261" actId="1076"/>
          <ac:spMkLst>
            <pc:docMk/>
            <pc:sldMk cId="2041317358" sldId="262"/>
            <ac:spMk id="4" creationId="{0970ED40-51E5-0965-BD31-3A2802A05B32}"/>
          </ac:spMkLst>
        </pc:spChg>
        <pc:spChg chg="mod ord">
          <ac:chgData name="Rory Rock" userId="97ccd5e96319cdc3" providerId="LiveId" clId="{1FC3B2D3-46E9-4DC1-A99D-A6D548A536B3}" dt="2026-06-07T02:02:26.815" v="2345" actId="20577"/>
          <ac:spMkLst>
            <pc:docMk/>
            <pc:sldMk cId="2041317358" sldId="262"/>
            <ac:spMk id="7" creationId="{638FF44B-662B-AB19-4B55-250D623B92BB}"/>
          </ac:spMkLst>
        </pc:spChg>
        <pc:picChg chg="add mod">
          <ac:chgData name="Rory Rock" userId="97ccd5e96319cdc3" providerId="LiveId" clId="{1FC3B2D3-46E9-4DC1-A99D-A6D548A536B3}" dt="2026-06-07T01:53:49.357" v="2259" actId="1076"/>
          <ac:picMkLst>
            <pc:docMk/>
            <pc:sldMk cId="2041317358" sldId="262"/>
            <ac:picMk id="3" creationId="{89E4A50A-FD61-3997-70A2-167F1B92A9BF}"/>
          </ac:picMkLst>
        </pc:picChg>
        <pc:picChg chg="add mod">
          <ac:chgData name="Rory Rock" userId="97ccd5e96319cdc3" providerId="LiveId" clId="{1FC3B2D3-46E9-4DC1-A99D-A6D548A536B3}" dt="2026-06-07T01:54:42.908" v="2266" actId="1076"/>
          <ac:picMkLst>
            <pc:docMk/>
            <pc:sldMk cId="2041317358" sldId="262"/>
            <ac:picMk id="5" creationId="{AE1F4467-481D-266B-2E6F-A8F235AB2576}"/>
          </ac:picMkLst>
        </pc:picChg>
      </pc:sldChg>
      <pc:sldChg chg="addSp delSp modSp add mod">
        <pc:chgData name="Rory Rock" userId="97ccd5e96319cdc3" providerId="LiveId" clId="{1FC3B2D3-46E9-4DC1-A99D-A6D548A536B3}" dt="2026-06-07T06:00:59.380" v="9547" actId="255"/>
        <pc:sldMkLst>
          <pc:docMk/>
          <pc:sldMk cId="3766442006" sldId="263"/>
        </pc:sldMkLst>
        <pc:spChg chg="mod">
          <ac:chgData name="Rory Rock" userId="97ccd5e96319cdc3" providerId="LiveId" clId="{1FC3B2D3-46E9-4DC1-A99D-A6D548A536B3}" dt="2026-06-07T01:18:29.976" v="850" actId="27636"/>
          <ac:spMkLst>
            <pc:docMk/>
            <pc:sldMk cId="3766442006" sldId="263"/>
            <ac:spMk id="2" creationId="{77D77546-B734-2676-28DA-50A6E04C5556}"/>
          </ac:spMkLst>
        </pc:spChg>
        <pc:spChg chg="add mod">
          <ac:chgData name="Rory Rock" userId="97ccd5e96319cdc3" providerId="LiveId" clId="{1FC3B2D3-46E9-4DC1-A99D-A6D548A536B3}" dt="2026-06-07T06:00:59.380" v="9547" actId="255"/>
          <ac:spMkLst>
            <pc:docMk/>
            <pc:sldMk cId="3766442006" sldId="263"/>
            <ac:spMk id="6" creationId="{C4F3D899-D066-4545-4149-6DBBC8DB7EC6}"/>
          </ac:spMkLst>
        </pc:spChg>
        <pc:picChg chg="add mod ord">
          <ac:chgData name="Rory Rock" userId="97ccd5e96319cdc3" providerId="LiveId" clId="{1FC3B2D3-46E9-4DC1-A99D-A6D548A536B3}" dt="2026-06-07T02:32:17.400" v="2349" actId="1076"/>
          <ac:picMkLst>
            <pc:docMk/>
            <pc:sldMk cId="3766442006" sldId="263"/>
            <ac:picMk id="4" creationId="{95B16484-CD35-4558-A96A-78C64D7ED14A}"/>
          </ac:picMkLst>
        </pc:picChg>
      </pc:sldChg>
      <pc:sldChg chg="addSp delSp modSp add mod">
        <pc:chgData name="Rory Rock" userId="97ccd5e96319cdc3" providerId="LiveId" clId="{1FC3B2D3-46E9-4DC1-A99D-A6D548A536B3}" dt="2026-06-07T03:09:51.488" v="2847" actId="20577"/>
        <pc:sldMkLst>
          <pc:docMk/>
          <pc:sldMk cId="1484407844" sldId="264"/>
        </pc:sldMkLst>
        <pc:spChg chg="mod">
          <ac:chgData name="Rory Rock" userId="97ccd5e96319cdc3" providerId="LiveId" clId="{1FC3B2D3-46E9-4DC1-A99D-A6D548A536B3}" dt="2026-06-07T03:09:51.488" v="2847" actId="20577"/>
          <ac:spMkLst>
            <pc:docMk/>
            <pc:sldMk cId="1484407844" sldId="264"/>
            <ac:spMk id="2" creationId="{DBE36D8C-EA31-501F-C6E6-A85CC86A5258}"/>
          </ac:spMkLst>
        </pc:spChg>
        <pc:picChg chg="add mod">
          <ac:chgData name="Rory Rock" userId="97ccd5e96319cdc3" providerId="LiveId" clId="{1FC3B2D3-46E9-4DC1-A99D-A6D548A536B3}" dt="2026-06-07T03:09:46.499" v="2843" actId="1076"/>
          <ac:picMkLst>
            <pc:docMk/>
            <pc:sldMk cId="1484407844" sldId="264"/>
            <ac:picMk id="11" creationId="{8EE65908-1F2B-B48B-1A53-12E8CA290536}"/>
          </ac:picMkLst>
        </pc:picChg>
      </pc:sldChg>
      <pc:sldChg chg="addSp modSp add mod">
        <pc:chgData name="Rory Rock" userId="97ccd5e96319cdc3" providerId="LiveId" clId="{1FC3B2D3-46E9-4DC1-A99D-A6D548A536B3}" dt="2026-06-07T03:29:34.095" v="3740" actId="1076"/>
        <pc:sldMkLst>
          <pc:docMk/>
          <pc:sldMk cId="708735353" sldId="266"/>
        </pc:sldMkLst>
        <pc:spChg chg="mod">
          <ac:chgData name="Rory Rock" userId="97ccd5e96319cdc3" providerId="LiveId" clId="{1FC3B2D3-46E9-4DC1-A99D-A6D548A536B3}" dt="2026-06-07T01:18:29.988" v="852" actId="27636"/>
          <ac:spMkLst>
            <pc:docMk/>
            <pc:sldMk cId="708735353" sldId="266"/>
            <ac:spMk id="2" creationId="{CFEBE249-3D15-B2A3-8C7F-213FF7F251B2}"/>
          </ac:spMkLst>
        </pc:spChg>
        <pc:spChg chg="mod">
          <ac:chgData name="Rory Rock" userId="97ccd5e96319cdc3" providerId="LiveId" clId="{1FC3B2D3-46E9-4DC1-A99D-A6D548A536B3}" dt="2026-06-07T03:29:24.923" v="3739" actId="20577"/>
          <ac:spMkLst>
            <pc:docMk/>
            <pc:sldMk cId="708735353" sldId="266"/>
            <ac:spMk id="7" creationId="{16219896-D112-2EEB-F40B-2452011F38F0}"/>
          </ac:spMkLst>
        </pc:spChg>
        <pc:picChg chg="add mod">
          <ac:chgData name="Rory Rock" userId="97ccd5e96319cdc3" providerId="LiveId" clId="{1FC3B2D3-46E9-4DC1-A99D-A6D548A536B3}" dt="2026-06-07T03:29:34.095" v="3740" actId="1076"/>
          <ac:picMkLst>
            <pc:docMk/>
            <pc:sldMk cId="708735353" sldId="266"/>
            <ac:picMk id="4" creationId="{E13EC69B-AE82-39A1-52EF-2D15A8B6010B}"/>
          </ac:picMkLst>
        </pc:picChg>
      </pc:sldChg>
      <pc:sldChg chg="modSp add mod">
        <pc:chgData name="Rory Rock" userId="97ccd5e96319cdc3" providerId="LiveId" clId="{1FC3B2D3-46E9-4DC1-A99D-A6D548A536B3}" dt="2026-06-07T04:32:40.526" v="6504" actId="20577"/>
        <pc:sldMkLst>
          <pc:docMk/>
          <pc:sldMk cId="2717388892" sldId="267"/>
        </pc:sldMkLst>
        <pc:spChg chg="mod">
          <ac:chgData name="Rory Rock" userId="97ccd5e96319cdc3" providerId="LiveId" clId="{1FC3B2D3-46E9-4DC1-A99D-A6D548A536B3}" dt="2026-06-07T01:18:29.930" v="846" actId="26606"/>
          <ac:spMkLst>
            <pc:docMk/>
            <pc:sldMk cId="2717388892" sldId="267"/>
            <ac:spMk id="2" creationId="{4258DBD6-DBD7-CC55-CE60-33753EB1A5B9}"/>
          </ac:spMkLst>
        </pc:spChg>
        <pc:spChg chg="mod">
          <ac:chgData name="Rory Rock" userId="97ccd5e96319cdc3" providerId="LiveId" clId="{1FC3B2D3-46E9-4DC1-A99D-A6D548A536B3}" dt="2026-06-07T04:32:40.526" v="6504" actId="20577"/>
          <ac:spMkLst>
            <pc:docMk/>
            <pc:sldMk cId="2717388892" sldId="267"/>
            <ac:spMk id="7" creationId="{93AF9EAA-E7FD-702A-B303-B42FB003D57F}"/>
          </ac:spMkLst>
        </pc:spChg>
      </pc:sldChg>
      <pc:sldChg chg="modSp add mod">
        <pc:chgData name="Rory Rock" userId="97ccd5e96319cdc3" providerId="LiveId" clId="{1FC3B2D3-46E9-4DC1-A99D-A6D548A536B3}" dt="2026-06-07T04:19:24.076" v="5292" actId="20577"/>
        <pc:sldMkLst>
          <pc:docMk/>
          <pc:sldMk cId="3111509477" sldId="268"/>
        </pc:sldMkLst>
        <pc:spChg chg="mod">
          <ac:chgData name="Rory Rock" userId="97ccd5e96319cdc3" providerId="LiveId" clId="{1FC3B2D3-46E9-4DC1-A99D-A6D548A536B3}" dt="2026-06-07T01:18:29.930" v="846" actId="26606"/>
          <ac:spMkLst>
            <pc:docMk/>
            <pc:sldMk cId="3111509477" sldId="268"/>
            <ac:spMk id="2" creationId="{61A024C8-3FCB-FF03-D2E8-CFE9F5B64735}"/>
          </ac:spMkLst>
        </pc:spChg>
        <pc:spChg chg="mod">
          <ac:chgData name="Rory Rock" userId="97ccd5e96319cdc3" providerId="LiveId" clId="{1FC3B2D3-46E9-4DC1-A99D-A6D548A536B3}" dt="2026-06-07T04:19:24.076" v="5292" actId="20577"/>
          <ac:spMkLst>
            <pc:docMk/>
            <pc:sldMk cId="3111509477" sldId="268"/>
            <ac:spMk id="7" creationId="{A769B69D-B6D3-CB9C-A990-3328D30DB393}"/>
          </ac:spMkLst>
        </pc:spChg>
      </pc:sldChg>
      <pc:sldChg chg="modSp add mod">
        <pc:chgData name="Rory Rock" userId="97ccd5e96319cdc3" providerId="LiveId" clId="{1FC3B2D3-46E9-4DC1-A99D-A6D548A536B3}" dt="2026-06-13T07:23:56.996" v="9696" actId="313"/>
        <pc:sldMkLst>
          <pc:docMk/>
          <pc:sldMk cId="4187987472" sldId="269"/>
        </pc:sldMkLst>
        <pc:spChg chg="mod">
          <ac:chgData name="Rory Rock" userId="97ccd5e96319cdc3" providerId="LiveId" clId="{1FC3B2D3-46E9-4DC1-A99D-A6D548A536B3}" dt="2026-06-07T01:18:29.995" v="853" actId="27636"/>
          <ac:spMkLst>
            <pc:docMk/>
            <pc:sldMk cId="4187987472" sldId="269"/>
            <ac:spMk id="2" creationId="{A3188EED-7CC1-CEA6-26AE-4C3A55951F4F}"/>
          </ac:spMkLst>
        </pc:spChg>
        <pc:spChg chg="mod">
          <ac:chgData name="Rory Rock" userId="97ccd5e96319cdc3" providerId="LiveId" clId="{1FC3B2D3-46E9-4DC1-A99D-A6D548A536B3}" dt="2026-06-13T07:23:56.996" v="9696" actId="313"/>
          <ac:spMkLst>
            <pc:docMk/>
            <pc:sldMk cId="4187987472" sldId="269"/>
            <ac:spMk id="7" creationId="{1E1E9070-2559-99BA-75B8-44DC071CB9D7}"/>
          </ac:spMkLst>
        </pc:spChg>
      </pc:sldChg>
      <pc:sldChg chg="addSp delSp modSp add mod">
        <pc:chgData name="Rory Rock" userId="97ccd5e96319cdc3" providerId="LiveId" clId="{1FC3B2D3-46E9-4DC1-A99D-A6D548A536B3}" dt="2026-06-07T06:05:40.948" v="9548" actId="14826"/>
        <pc:sldMkLst>
          <pc:docMk/>
          <pc:sldMk cId="374162702" sldId="270"/>
        </pc:sldMkLst>
        <pc:spChg chg="mod">
          <ac:chgData name="Rory Rock" userId="97ccd5e96319cdc3" providerId="LiveId" clId="{1FC3B2D3-46E9-4DC1-A99D-A6D548A536B3}" dt="2026-06-07T01:18:30.002" v="854" actId="27636"/>
          <ac:spMkLst>
            <pc:docMk/>
            <pc:sldMk cId="374162702" sldId="270"/>
            <ac:spMk id="2" creationId="{0ED6E3FF-DB0A-29DC-07C5-3C286E90C2B8}"/>
          </ac:spMkLst>
        </pc:spChg>
        <pc:picChg chg="add mod ord">
          <ac:chgData name="Rory Rock" userId="97ccd5e96319cdc3" providerId="LiveId" clId="{1FC3B2D3-46E9-4DC1-A99D-A6D548A536B3}" dt="2026-06-07T06:05:40.948" v="9548" actId="14826"/>
          <ac:picMkLst>
            <pc:docMk/>
            <pc:sldMk cId="374162702" sldId="270"/>
            <ac:picMk id="9" creationId="{523F36BE-1777-FF9B-F887-7AE96DCF6070}"/>
          </ac:picMkLst>
        </pc:picChg>
      </pc:sldChg>
      <pc:sldChg chg="modSp add mod">
        <pc:chgData name="Rory Rock" userId="97ccd5e96319cdc3" providerId="LiveId" clId="{1FC3B2D3-46E9-4DC1-A99D-A6D548A536B3}" dt="2026-06-07T06:07:47.855" v="9556" actId="20577"/>
        <pc:sldMkLst>
          <pc:docMk/>
          <pc:sldMk cId="3061530493" sldId="271"/>
        </pc:sldMkLst>
        <pc:spChg chg="mod">
          <ac:chgData name="Rory Rock" userId="97ccd5e96319cdc3" providerId="LiveId" clId="{1FC3B2D3-46E9-4DC1-A99D-A6D548A536B3}" dt="2026-06-07T01:18:30.007" v="855" actId="27636"/>
          <ac:spMkLst>
            <pc:docMk/>
            <pc:sldMk cId="3061530493" sldId="271"/>
            <ac:spMk id="2" creationId="{E811D09E-28F3-C82D-9E30-E45F55A64D89}"/>
          </ac:spMkLst>
        </pc:spChg>
        <pc:spChg chg="mod">
          <ac:chgData name="Rory Rock" userId="97ccd5e96319cdc3" providerId="LiveId" clId="{1FC3B2D3-46E9-4DC1-A99D-A6D548A536B3}" dt="2026-06-07T06:07:47.855" v="9556" actId="20577"/>
          <ac:spMkLst>
            <pc:docMk/>
            <pc:sldMk cId="3061530493" sldId="271"/>
            <ac:spMk id="7" creationId="{DB0BB532-1BE6-F9B8-5516-B961967FF33A}"/>
          </ac:spMkLst>
        </pc:spChg>
      </pc:sldChg>
      <pc:sldChg chg="addSp delSp modSp add mod ord">
        <pc:chgData name="Rory Rock" userId="97ccd5e96319cdc3" providerId="LiveId" clId="{1FC3B2D3-46E9-4DC1-A99D-A6D548A536B3}" dt="2026-06-07T05:56:48.119" v="9537" actId="122"/>
        <pc:sldMkLst>
          <pc:docMk/>
          <pc:sldMk cId="803912480" sldId="272"/>
        </pc:sldMkLst>
        <pc:spChg chg="mod">
          <ac:chgData name="Rory Rock" userId="97ccd5e96319cdc3" providerId="LiveId" clId="{1FC3B2D3-46E9-4DC1-A99D-A6D548A536B3}" dt="2026-06-07T01:18:30.010" v="856" actId="27636"/>
          <ac:spMkLst>
            <pc:docMk/>
            <pc:sldMk cId="803912480" sldId="272"/>
            <ac:spMk id="2" creationId="{E172CD30-531E-4E14-8DD2-1505941BCE3A}"/>
          </ac:spMkLst>
        </pc:spChg>
        <pc:graphicFrameChg chg="add mod ord modGraphic">
          <ac:chgData name="Rory Rock" userId="97ccd5e96319cdc3" providerId="LiveId" clId="{1FC3B2D3-46E9-4DC1-A99D-A6D548A536B3}" dt="2026-06-07T05:56:48.119" v="9537" actId="122"/>
          <ac:graphicFrameMkLst>
            <pc:docMk/>
            <pc:sldMk cId="803912480" sldId="272"/>
            <ac:graphicFrameMk id="3" creationId="{9663232F-0CC6-E492-69C0-400504FD31F2}"/>
          </ac:graphicFrameMkLst>
        </pc:graphicFrameChg>
      </pc:sldChg>
      <pc:sldChg chg="addSp delSp modSp add mod">
        <pc:chgData name="Rory Rock" userId="97ccd5e96319cdc3" providerId="LiveId" clId="{1FC3B2D3-46E9-4DC1-A99D-A6D548A536B3}" dt="2026-06-13T06:39:30.111" v="9584" actId="20577"/>
        <pc:sldMkLst>
          <pc:docMk/>
          <pc:sldMk cId="2770068698" sldId="273"/>
        </pc:sldMkLst>
        <pc:spChg chg="mod">
          <ac:chgData name="Rory Rock" userId="97ccd5e96319cdc3" providerId="LiveId" clId="{1FC3B2D3-46E9-4DC1-A99D-A6D548A536B3}" dt="2026-06-13T06:39:30.111" v="9584" actId="20577"/>
          <ac:spMkLst>
            <pc:docMk/>
            <pc:sldMk cId="2770068698" sldId="273"/>
            <ac:spMk id="2" creationId="{3B3B3AF0-AF8E-8A0F-EA22-D769B8FC96D4}"/>
          </ac:spMkLst>
        </pc:spChg>
        <pc:spChg chg="del mod">
          <ac:chgData name="Rory Rock" userId="97ccd5e96319cdc3" providerId="LiveId" clId="{1FC3B2D3-46E9-4DC1-A99D-A6D548A536B3}" dt="2026-06-12T20:56:09.377" v="9557" actId="22"/>
          <ac:spMkLst>
            <pc:docMk/>
            <pc:sldMk cId="2770068698" sldId="273"/>
            <ac:spMk id="7" creationId="{E0025418-BA13-7C5A-2455-D790D8989CAE}"/>
          </ac:spMkLst>
        </pc:spChg>
        <pc:picChg chg="add mod ord">
          <ac:chgData name="Rory Rock" userId="97ccd5e96319cdc3" providerId="LiveId" clId="{1FC3B2D3-46E9-4DC1-A99D-A6D548A536B3}" dt="2026-06-12T20:56:16.425" v="9558" actId="1076"/>
          <ac:picMkLst>
            <pc:docMk/>
            <pc:sldMk cId="2770068698" sldId="273"/>
            <ac:picMk id="4" creationId="{31217B39-6902-CDD1-0349-55F3866C02F3}"/>
          </ac:picMkLst>
        </pc:picChg>
        <pc:picChg chg="add mod">
          <ac:chgData name="Rory Rock" userId="97ccd5e96319cdc3" providerId="LiveId" clId="{1FC3B2D3-46E9-4DC1-A99D-A6D548A536B3}" dt="2026-06-12T21:03:59.202" v="9560" actId="1076"/>
          <ac:picMkLst>
            <pc:docMk/>
            <pc:sldMk cId="2770068698" sldId="273"/>
            <ac:picMk id="6" creationId="{6B41BB67-C5EF-81DF-6B30-42FF4DE0569E}"/>
          </ac:picMkLst>
        </pc:picChg>
        <pc:picChg chg="add mod">
          <ac:chgData name="Rory Rock" userId="97ccd5e96319cdc3" providerId="LiveId" clId="{1FC3B2D3-46E9-4DC1-A99D-A6D548A536B3}" dt="2026-06-12T21:41:50.726" v="9562" actId="1076"/>
          <ac:picMkLst>
            <pc:docMk/>
            <pc:sldMk cId="2770068698" sldId="273"/>
            <ac:picMk id="9" creationId="{5A786ECE-0ADF-6EA3-D857-9C2E455EAB2D}"/>
          </ac:picMkLst>
        </pc:picChg>
        <pc:picChg chg="add mod">
          <ac:chgData name="Rory Rock" userId="97ccd5e96319cdc3" providerId="LiveId" clId="{1FC3B2D3-46E9-4DC1-A99D-A6D548A536B3}" dt="2026-06-13T05:50:38.783" v="9564" actId="1076"/>
          <ac:picMkLst>
            <pc:docMk/>
            <pc:sldMk cId="2770068698" sldId="273"/>
            <ac:picMk id="11" creationId="{57520307-1ED2-3E51-FFEB-C5CAA3A9E875}"/>
          </ac:picMkLst>
        </pc:picChg>
        <pc:picChg chg="add del mod">
          <ac:chgData name="Rory Rock" userId="97ccd5e96319cdc3" providerId="LiveId" clId="{1FC3B2D3-46E9-4DC1-A99D-A6D548A536B3}" dt="2026-06-13T06:11:50.044" v="9569" actId="478"/>
          <ac:picMkLst>
            <pc:docMk/>
            <pc:sldMk cId="2770068698" sldId="273"/>
            <ac:picMk id="13" creationId="{4F08B7C0-5AB8-38D1-CCE4-3F6C8217FD83}"/>
          </ac:picMkLst>
        </pc:picChg>
        <pc:picChg chg="add mod">
          <ac:chgData name="Rory Rock" userId="97ccd5e96319cdc3" providerId="LiveId" clId="{1FC3B2D3-46E9-4DC1-A99D-A6D548A536B3}" dt="2026-06-13T06:12:12.086" v="9571" actId="1076"/>
          <ac:picMkLst>
            <pc:docMk/>
            <pc:sldMk cId="2770068698" sldId="273"/>
            <ac:picMk id="15" creationId="{D7CD865A-4A8D-3247-7D83-AD86D5B4367C}"/>
          </ac:picMkLst>
        </pc:picChg>
        <pc:picChg chg="add mod">
          <ac:chgData name="Rory Rock" userId="97ccd5e96319cdc3" providerId="LiveId" clId="{1FC3B2D3-46E9-4DC1-A99D-A6D548A536B3}" dt="2026-06-13T06:14:04.144" v="9573" actId="1076"/>
          <ac:picMkLst>
            <pc:docMk/>
            <pc:sldMk cId="2770068698" sldId="273"/>
            <ac:picMk id="17" creationId="{5B0F03C7-5A44-72C8-2517-5B1AC0C1FFD4}"/>
          </ac:picMkLst>
        </pc:picChg>
      </pc:sldChg>
      <pc:sldChg chg="addSp delSp modSp new mod">
        <pc:chgData name="Rory Rock" userId="97ccd5e96319cdc3" providerId="LiveId" clId="{1FC3B2D3-46E9-4DC1-A99D-A6D548A536B3}" dt="2026-06-07T05:59:48.861" v="9546" actId="20577"/>
        <pc:sldMkLst>
          <pc:docMk/>
          <pc:sldMk cId="2559386007" sldId="274"/>
        </pc:sldMkLst>
        <pc:spChg chg="add mod">
          <ac:chgData name="Rory Rock" userId="97ccd5e96319cdc3" providerId="LiveId" clId="{1FC3B2D3-46E9-4DC1-A99D-A6D548A536B3}" dt="2026-06-07T05:59:48.861" v="9546" actId="20577"/>
          <ac:spMkLst>
            <pc:docMk/>
            <pc:sldMk cId="2559386007" sldId="274"/>
            <ac:spMk id="12" creationId="{DE6E2DE6-332E-4E3A-05AF-BA64698AF73B}"/>
          </ac:spMkLst>
        </pc:spChg>
        <pc:picChg chg="add mod ord">
          <ac:chgData name="Rory Rock" userId="97ccd5e96319cdc3" providerId="LiveId" clId="{1FC3B2D3-46E9-4DC1-A99D-A6D548A536B3}" dt="2026-06-07T01:11:37.261" v="840" actId="1076"/>
          <ac:picMkLst>
            <pc:docMk/>
            <pc:sldMk cId="2559386007" sldId="274"/>
            <ac:picMk id="10" creationId="{A1D67F66-654D-0952-ABDE-EDB798FC0FCE}"/>
          </ac:picMkLst>
        </pc:picChg>
        <pc:picChg chg="add mod">
          <ac:chgData name="Rory Rock" userId="97ccd5e96319cdc3" providerId="LiveId" clId="{1FC3B2D3-46E9-4DC1-A99D-A6D548A536B3}" dt="2026-06-07T01:38:25.375" v="1771" actId="1076"/>
          <ac:picMkLst>
            <pc:docMk/>
            <pc:sldMk cId="2559386007" sldId="274"/>
            <ac:picMk id="14" creationId="{3F1A2504-F848-CE98-45AF-0CCA35C67C54}"/>
          </ac:picMkLst>
        </pc:picChg>
      </pc:sldChg>
      <pc:sldChg chg="addSp delSp modSp new mod ord">
        <pc:chgData name="Rory Rock" userId="97ccd5e96319cdc3" providerId="LiveId" clId="{1FC3B2D3-46E9-4DC1-A99D-A6D548A536B3}" dt="2026-06-07T03:10:31.192" v="2880" actId="14100"/>
        <pc:sldMkLst>
          <pc:docMk/>
          <pc:sldMk cId="1231371505" sldId="275"/>
        </pc:sldMkLst>
        <pc:spChg chg="add mod">
          <ac:chgData name="Rory Rock" userId="97ccd5e96319cdc3" providerId="LiveId" clId="{1FC3B2D3-46E9-4DC1-A99D-A6D548A536B3}" dt="2026-06-07T03:10:31.192" v="2880" actId="14100"/>
          <ac:spMkLst>
            <pc:docMk/>
            <pc:sldMk cId="1231371505" sldId="275"/>
            <ac:spMk id="6" creationId="{539A3ACE-6CD6-701B-72F1-955BF524766B}"/>
          </ac:spMkLst>
        </pc:spChg>
        <pc:picChg chg="add mod">
          <ac:chgData name="Rory Rock" userId="97ccd5e96319cdc3" providerId="LiveId" clId="{1FC3B2D3-46E9-4DC1-A99D-A6D548A536B3}" dt="2026-06-07T03:08:03.400" v="2824" actId="1076"/>
          <ac:picMkLst>
            <pc:docMk/>
            <pc:sldMk cId="1231371505" sldId="275"/>
            <ac:picMk id="5" creationId="{8B486A7E-C35C-CDBC-EA88-E328C51856D4}"/>
          </ac:picMkLst>
        </pc:picChg>
      </pc:sldChg>
      <pc:sldChg chg="addSp delSp modSp add mod">
        <pc:chgData name="Rory Rock" userId="97ccd5e96319cdc3" providerId="LiveId" clId="{1FC3B2D3-46E9-4DC1-A99D-A6D548A536B3}" dt="2026-06-07T03:10:13.546" v="2857" actId="20577"/>
        <pc:sldMkLst>
          <pc:docMk/>
          <pc:sldMk cId="3144681751" sldId="276"/>
        </pc:sldMkLst>
        <pc:spChg chg="add mod">
          <ac:chgData name="Rory Rock" userId="97ccd5e96319cdc3" providerId="LiveId" clId="{1FC3B2D3-46E9-4DC1-A99D-A6D548A536B3}" dt="2026-06-07T03:10:13.546" v="2857" actId="20577"/>
          <ac:spMkLst>
            <pc:docMk/>
            <pc:sldMk cId="3144681751" sldId="276"/>
            <ac:spMk id="3" creationId="{BDD9866C-3148-3FD8-F425-5972581D309D}"/>
          </ac:spMkLst>
        </pc:spChg>
        <pc:picChg chg="add mod">
          <ac:chgData name="Rory Rock" userId="97ccd5e96319cdc3" providerId="LiveId" clId="{1FC3B2D3-46E9-4DC1-A99D-A6D548A536B3}" dt="2026-06-07T03:07:24.387" v="2813" actId="1076"/>
          <ac:picMkLst>
            <pc:docMk/>
            <pc:sldMk cId="3144681751" sldId="276"/>
            <ac:picMk id="2" creationId="{A9E044D0-4CCC-B42D-A1D8-BA6DAB25244D}"/>
          </ac:picMkLst>
        </pc:picChg>
      </pc:sldChg>
      <pc:sldChg chg="addSp delSp modSp add mod">
        <pc:chgData name="Rory Rock" userId="97ccd5e96319cdc3" providerId="LiveId" clId="{1FC3B2D3-46E9-4DC1-A99D-A6D548A536B3}" dt="2026-06-07T06:07:07.077" v="9549" actId="14826"/>
        <pc:sldMkLst>
          <pc:docMk/>
          <pc:sldMk cId="3223436871" sldId="277"/>
        </pc:sldMkLst>
        <pc:spChg chg="add mod">
          <ac:chgData name="Rory Rock" userId="97ccd5e96319cdc3" providerId="LiveId" clId="{1FC3B2D3-46E9-4DC1-A99D-A6D548A536B3}" dt="2026-06-07T03:10:43.061" v="2899" actId="20577"/>
          <ac:spMkLst>
            <pc:docMk/>
            <pc:sldMk cId="3223436871" sldId="277"/>
            <ac:spMk id="6" creationId="{84754C68-4254-8532-9905-021E5FDA3455}"/>
          </ac:spMkLst>
        </pc:spChg>
        <pc:picChg chg="add mod">
          <ac:chgData name="Rory Rock" userId="97ccd5e96319cdc3" providerId="LiveId" clId="{1FC3B2D3-46E9-4DC1-A99D-A6D548A536B3}" dt="2026-06-07T06:07:07.077" v="9549" actId="14826"/>
          <ac:picMkLst>
            <pc:docMk/>
            <pc:sldMk cId="3223436871" sldId="277"/>
            <ac:picMk id="3" creationId="{65588513-9E19-C0DC-7BF9-C298BB42B390}"/>
          </ac:picMkLst>
        </pc:picChg>
      </pc:sldChg>
      <pc:sldChg chg="addSp delSp modSp add mod">
        <pc:chgData name="Rory Rock" userId="97ccd5e96319cdc3" providerId="LiveId" clId="{1FC3B2D3-46E9-4DC1-A99D-A6D548A536B3}" dt="2026-06-07T03:09:58.978" v="2851" actId="20577"/>
        <pc:sldMkLst>
          <pc:docMk/>
          <pc:sldMk cId="3101253959" sldId="278"/>
        </pc:sldMkLst>
        <pc:spChg chg="mod">
          <ac:chgData name="Rory Rock" userId="97ccd5e96319cdc3" providerId="LiveId" clId="{1FC3B2D3-46E9-4DC1-A99D-A6D548A536B3}" dt="2026-06-07T03:09:58.978" v="2851" actId="20577"/>
          <ac:spMkLst>
            <pc:docMk/>
            <pc:sldMk cId="3101253959" sldId="278"/>
            <ac:spMk id="2" creationId="{52D82A93-A2F7-B376-EDB0-6F5AC93252C1}"/>
          </ac:spMkLst>
        </pc:spChg>
        <pc:picChg chg="add mod">
          <ac:chgData name="Rory Rock" userId="97ccd5e96319cdc3" providerId="LiveId" clId="{1FC3B2D3-46E9-4DC1-A99D-A6D548A536B3}" dt="2026-06-07T03:09:23.564" v="2834" actId="1076"/>
          <ac:picMkLst>
            <pc:docMk/>
            <pc:sldMk cId="3101253959" sldId="278"/>
            <ac:picMk id="3" creationId="{D58AF15F-3092-0714-8C22-DDA2B36603DF}"/>
          </ac:picMkLst>
        </pc:picChg>
      </pc:sldChg>
      <pc:sldChg chg="modSp add mod">
        <pc:chgData name="Rory Rock" userId="97ccd5e96319cdc3" providerId="LiveId" clId="{1FC3B2D3-46E9-4DC1-A99D-A6D548A536B3}" dt="2026-06-07T05:56:58.607" v="9538" actId="122"/>
        <pc:sldMkLst>
          <pc:docMk/>
          <pc:sldMk cId="169521262" sldId="279"/>
        </pc:sldMkLst>
        <pc:graphicFrameChg chg="mod modGraphic">
          <ac:chgData name="Rory Rock" userId="97ccd5e96319cdc3" providerId="LiveId" clId="{1FC3B2D3-46E9-4DC1-A99D-A6D548A536B3}" dt="2026-06-07T05:56:58.607" v="9538" actId="122"/>
          <ac:graphicFrameMkLst>
            <pc:docMk/>
            <pc:sldMk cId="169521262" sldId="279"/>
            <ac:graphicFrameMk id="3" creationId="{40113D2F-320C-9519-921A-B6C6EC2B0A01}"/>
          </ac:graphicFrameMkLst>
        </pc:graphicFrameChg>
      </pc:sldChg>
      <pc:sldChg chg="addSp delSp modSp add mod">
        <pc:chgData name="Rory Rock" userId="97ccd5e96319cdc3" providerId="LiveId" clId="{1FC3B2D3-46E9-4DC1-A99D-A6D548A536B3}" dt="2026-06-07T05:53:44.234" v="9476" actId="255"/>
        <pc:sldMkLst>
          <pc:docMk/>
          <pc:sldMk cId="1601446020" sldId="280"/>
        </pc:sldMkLst>
        <pc:spChg chg="mod">
          <ac:chgData name="Rory Rock" userId="97ccd5e96319cdc3" providerId="LiveId" clId="{1FC3B2D3-46E9-4DC1-A99D-A6D548A536B3}" dt="2026-06-07T05:39:35.931" v="8319" actId="20577"/>
          <ac:spMkLst>
            <pc:docMk/>
            <pc:sldMk cId="1601446020" sldId="280"/>
            <ac:spMk id="2" creationId="{8DBC14A7-F296-FED2-2B4D-489B78E3CC36}"/>
          </ac:spMkLst>
        </pc:spChg>
        <pc:graphicFrameChg chg="add mod ord modGraphic">
          <ac:chgData name="Rory Rock" userId="97ccd5e96319cdc3" providerId="LiveId" clId="{1FC3B2D3-46E9-4DC1-A99D-A6D548A536B3}" dt="2026-06-07T05:53:44.234" v="9476" actId="255"/>
          <ac:graphicFrameMkLst>
            <pc:docMk/>
            <pc:sldMk cId="1601446020" sldId="280"/>
            <ac:graphicFrameMk id="3" creationId="{DCEED106-F7E9-54A2-9D65-F47E852FE985}"/>
          </ac:graphicFrameMkLst>
        </pc:graphicFrameChg>
      </pc:sldChg>
      <pc:sldChg chg="addSp delSp modSp add mod">
        <pc:chgData name="Rory Rock" userId="97ccd5e96319cdc3" providerId="LiveId" clId="{1FC3B2D3-46E9-4DC1-A99D-A6D548A536B3}" dt="2026-06-07T05:53:59.743" v="9477" actId="255"/>
        <pc:sldMkLst>
          <pc:docMk/>
          <pc:sldMk cId="730966453" sldId="281"/>
        </pc:sldMkLst>
        <pc:graphicFrameChg chg="add mod modGraphic">
          <ac:chgData name="Rory Rock" userId="97ccd5e96319cdc3" providerId="LiveId" clId="{1FC3B2D3-46E9-4DC1-A99D-A6D548A536B3}" dt="2026-06-07T05:53:59.743" v="9477" actId="255"/>
          <ac:graphicFrameMkLst>
            <pc:docMk/>
            <pc:sldMk cId="730966453" sldId="281"/>
            <ac:graphicFrameMk id="6" creationId="{0B442E8F-DBF4-3931-4449-B45AD2DC3296}"/>
          </ac:graphicFrameMkLst>
        </pc:graphicFrameChg>
      </pc:sldChg>
      <pc:sldChg chg="addSp delSp modSp add mod">
        <pc:chgData name="Rory Rock" userId="97ccd5e96319cdc3" providerId="LiveId" clId="{1FC3B2D3-46E9-4DC1-A99D-A6D548A536B3}" dt="2026-06-13T06:39:34.288" v="9589" actId="20577"/>
        <pc:sldMkLst>
          <pc:docMk/>
          <pc:sldMk cId="1833701568" sldId="282"/>
        </pc:sldMkLst>
        <pc:spChg chg="mod">
          <ac:chgData name="Rory Rock" userId="97ccd5e96319cdc3" providerId="LiveId" clId="{1FC3B2D3-46E9-4DC1-A99D-A6D548A536B3}" dt="2026-06-13T06:39:34.288" v="9589" actId="20577"/>
          <ac:spMkLst>
            <pc:docMk/>
            <pc:sldMk cId="1833701568" sldId="282"/>
            <ac:spMk id="2" creationId="{D1561BB4-0AF2-A7DC-59BE-885A884F2250}"/>
          </ac:spMkLst>
        </pc:spChg>
        <pc:spChg chg="add del mod">
          <ac:chgData name="Rory Rock" userId="97ccd5e96319cdc3" providerId="LiveId" clId="{1FC3B2D3-46E9-4DC1-A99D-A6D548A536B3}" dt="2026-06-13T06:24:47.281" v="9576" actId="22"/>
          <ac:spMkLst>
            <pc:docMk/>
            <pc:sldMk cId="1833701568" sldId="282"/>
            <ac:spMk id="5" creationId="{D22FAEB6-2744-F904-10E4-F92B58519285}"/>
          </ac:spMkLst>
        </pc:spChg>
        <pc:picChg chg="del">
          <ac:chgData name="Rory Rock" userId="97ccd5e96319cdc3" providerId="LiveId" clId="{1FC3B2D3-46E9-4DC1-A99D-A6D548A536B3}" dt="2026-06-13T06:14:44.887" v="9575" actId="478"/>
          <ac:picMkLst>
            <pc:docMk/>
            <pc:sldMk cId="1833701568" sldId="282"/>
            <ac:picMk id="4" creationId="{41F6FB51-0C2A-DBE4-C93B-0C25673A339D}"/>
          </ac:picMkLst>
        </pc:picChg>
        <pc:picChg chg="del">
          <ac:chgData name="Rory Rock" userId="97ccd5e96319cdc3" providerId="LiveId" clId="{1FC3B2D3-46E9-4DC1-A99D-A6D548A536B3}" dt="2026-06-13T06:14:44.887" v="9575" actId="478"/>
          <ac:picMkLst>
            <pc:docMk/>
            <pc:sldMk cId="1833701568" sldId="282"/>
            <ac:picMk id="6" creationId="{4E8D15C7-03BB-07CF-31DE-216205D8807E}"/>
          </ac:picMkLst>
        </pc:picChg>
        <pc:picChg chg="add mod ord">
          <ac:chgData name="Rory Rock" userId="97ccd5e96319cdc3" providerId="LiveId" clId="{1FC3B2D3-46E9-4DC1-A99D-A6D548A536B3}" dt="2026-06-13T06:24:51.272" v="9577" actId="1076"/>
          <ac:picMkLst>
            <pc:docMk/>
            <pc:sldMk cId="1833701568" sldId="282"/>
            <ac:picMk id="8" creationId="{291297EF-A614-9BC3-9545-577D6CEFAB17}"/>
          </ac:picMkLst>
        </pc:picChg>
        <pc:picChg chg="del">
          <ac:chgData name="Rory Rock" userId="97ccd5e96319cdc3" providerId="LiveId" clId="{1FC3B2D3-46E9-4DC1-A99D-A6D548A536B3}" dt="2026-06-13T06:14:44.887" v="9575" actId="478"/>
          <ac:picMkLst>
            <pc:docMk/>
            <pc:sldMk cId="1833701568" sldId="282"/>
            <ac:picMk id="9" creationId="{CC13A72F-E248-398C-B321-C8F39234B776}"/>
          </ac:picMkLst>
        </pc:picChg>
        <pc:picChg chg="del">
          <ac:chgData name="Rory Rock" userId="97ccd5e96319cdc3" providerId="LiveId" clId="{1FC3B2D3-46E9-4DC1-A99D-A6D548A536B3}" dt="2026-06-13T06:14:44.887" v="9575" actId="478"/>
          <ac:picMkLst>
            <pc:docMk/>
            <pc:sldMk cId="1833701568" sldId="282"/>
            <ac:picMk id="11" creationId="{FACAC30E-697F-7C59-6BC5-86B666DFF74F}"/>
          </ac:picMkLst>
        </pc:picChg>
        <pc:picChg chg="add mod">
          <ac:chgData name="Rory Rock" userId="97ccd5e96319cdc3" providerId="LiveId" clId="{1FC3B2D3-46E9-4DC1-A99D-A6D548A536B3}" dt="2026-06-13T06:39:13.225" v="9579" actId="1076"/>
          <ac:picMkLst>
            <pc:docMk/>
            <pc:sldMk cId="1833701568" sldId="282"/>
            <ac:picMk id="12" creationId="{7B7944A4-7CA9-1242-A6C6-B37A2524E10A}"/>
          </ac:picMkLst>
        </pc:picChg>
        <pc:picChg chg="del">
          <ac:chgData name="Rory Rock" userId="97ccd5e96319cdc3" providerId="LiveId" clId="{1FC3B2D3-46E9-4DC1-A99D-A6D548A536B3}" dt="2026-06-13T06:14:44.887" v="9575" actId="478"/>
          <ac:picMkLst>
            <pc:docMk/>
            <pc:sldMk cId="1833701568" sldId="282"/>
            <ac:picMk id="15" creationId="{523D7EA5-EF54-4B82-BD2D-ABB2810F5EF4}"/>
          </ac:picMkLst>
        </pc:picChg>
        <pc:picChg chg="del">
          <ac:chgData name="Rory Rock" userId="97ccd5e96319cdc3" providerId="LiveId" clId="{1FC3B2D3-46E9-4DC1-A99D-A6D548A536B3}" dt="2026-06-13T06:14:44.887" v="9575" actId="478"/>
          <ac:picMkLst>
            <pc:docMk/>
            <pc:sldMk cId="1833701568" sldId="282"/>
            <ac:picMk id="17" creationId="{15395041-E074-9491-B2DB-171FC42B4263}"/>
          </ac:picMkLst>
        </pc:picChg>
      </pc:sldChg>
      <pc:sldChg chg="addSp delSp modSp add mod">
        <pc:chgData name="Rory Rock" userId="97ccd5e96319cdc3" providerId="LiveId" clId="{1FC3B2D3-46E9-4DC1-A99D-A6D548A536B3}" dt="2026-06-13T06:44:18.265" v="9596" actId="22"/>
        <pc:sldMkLst>
          <pc:docMk/>
          <pc:sldMk cId="355875072" sldId="283"/>
        </pc:sldMkLst>
        <pc:spChg chg="mod">
          <ac:chgData name="Rory Rock" userId="97ccd5e96319cdc3" providerId="LiveId" clId="{1FC3B2D3-46E9-4DC1-A99D-A6D548A536B3}" dt="2026-06-13T06:39:43.779" v="9593" actId="20577"/>
          <ac:spMkLst>
            <pc:docMk/>
            <pc:sldMk cId="355875072" sldId="283"/>
            <ac:spMk id="2" creationId="{2140B126-8F1F-AB16-8FEB-CFB4D13AB928}"/>
          </ac:spMkLst>
        </pc:spChg>
        <pc:spChg chg="add del mod">
          <ac:chgData name="Rory Rock" userId="97ccd5e96319cdc3" providerId="LiveId" clId="{1FC3B2D3-46E9-4DC1-A99D-A6D548A536B3}" dt="2026-06-13T06:44:18.265" v="9596" actId="22"/>
          <ac:spMkLst>
            <pc:docMk/>
            <pc:sldMk cId="355875072" sldId="283"/>
            <ac:spMk id="4" creationId="{301ECDEA-4515-07E1-1490-BF3AD41F48AB}"/>
          </ac:spMkLst>
        </pc:spChg>
        <pc:picChg chg="add mod ord">
          <ac:chgData name="Rory Rock" userId="97ccd5e96319cdc3" providerId="LiveId" clId="{1FC3B2D3-46E9-4DC1-A99D-A6D548A536B3}" dt="2026-06-13T06:44:18.265" v="9596" actId="22"/>
          <ac:picMkLst>
            <pc:docMk/>
            <pc:sldMk cId="355875072" sldId="283"/>
            <ac:picMk id="6" creationId="{237DDAF8-DE60-80B3-C41E-C01986BB1040}"/>
          </ac:picMkLst>
        </pc:picChg>
        <pc:picChg chg="del">
          <ac:chgData name="Rory Rock" userId="97ccd5e96319cdc3" providerId="LiveId" clId="{1FC3B2D3-46E9-4DC1-A99D-A6D548A536B3}" dt="2026-06-13T06:39:45.552" v="9594" actId="478"/>
          <ac:picMkLst>
            <pc:docMk/>
            <pc:sldMk cId="355875072" sldId="283"/>
            <ac:picMk id="8" creationId="{62F630D6-334E-6602-F60D-7115CABBF1BB}"/>
          </ac:picMkLst>
        </pc:picChg>
        <pc:picChg chg="del">
          <ac:chgData name="Rory Rock" userId="97ccd5e96319cdc3" providerId="LiveId" clId="{1FC3B2D3-46E9-4DC1-A99D-A6D548A536B3}" dt="2026-06-13T06:39:47.303" v="9595" actId="478"/>
          <ac:picMkLst>
            <pc:docMk/>
            <pc:sldMk cId="355875072" sldId="283"/>
            <ac:picMk id="12" creationId="{EEC83C9A-D3A9-9932-C1F1-6B81036029F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89E8-B684-D83B-7765-7C37C540F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57477-002D-6BFB-4BAC-FDDAE7BFE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E9025-DE5B-F3B4-C6B7-A578EA21F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0F50-E084-8C3A-078E-7231140F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56DEE-D58E-93FA-E7BF-BC6A2599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19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0A1C-C180-08BF-B373-862D8F5A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99009-2E7D-E68C-9742-0EDCEC121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F86B-582C-7C3F-7620-BAB6B96D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9ABC8-C5D6-F6E5-3966-49581AB4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13462-D0F4-6AD6-EAA7-59208588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519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FADD9-B98B-9252-FC5F-1D128CC9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20439-D228-EA35-45FC-D9A79E8E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D40A1-D9A0-17E4-3430-AEF3562A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C4B92-CA7B-8603-D3C9-94A477D1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93096-ED4A-0FC4-2C40-17BA2DEC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5400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4FFA-BE81-166D-6A64-822C1FA5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D7B7-659B-07A2-28F7-A4F27E626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5E9B3-C50B-435D-F987-E23342926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72107-40FB-2B2E-EC91-C6D63783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47245-490C-8EEC-D339-DCAA4A70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0618B-ABAC-EE34-CCCC-27EB1C2B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502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B4DE-CD11-D70A-99A6-3C72B86C9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4AD11-B415-C55B-936A-6325C3C25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75029-5351-9772-2F38-BB13ED794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D2136-5691-95B4-B1A2-F2B2218F1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A3BBD-51CF-36B0-4736-C9C551569C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28C4B-5541-1539-AE15-3262241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68F58-1BC1-711F-9B28-AC888E08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BA8A20-1BD6-1B96-A939-0BFB6158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93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6B8C-8B96-90CE-28A7-D7A5FEF4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0AE1F-DDBC-1719-1B98-AEC94661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BA3E7-BE8E-F801-65A3-CBAE7CC7F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71FA6-3113-079A-8552-ADD6E875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143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353BB-9E37-0D0C-181C-EFC6ED06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0C7BE-92C3-FCE6-15DB-AEE1EA02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AC515-FC76-E684-B039-7E6A5866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9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A5B4-D1FD-611C-8440-DB43CC21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DA5F6-B969-2F03-324B-7E5597B79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88F6A-F6EB-1EAD-D8AF-0B05CF0F1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7F21A-974D-0AD9-69C6-8B994680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E4F69-1BF3-1121-9EC3-84FD32D7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FF0E7-F72A-A317-6DC7-6484DE21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010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F272-946B-38E0-777A-AB5DAE40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AC7CB-8BE1-275D-79AA-582E2BD64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A4D8C-7CB5-B8DC-981C-4D810C5B4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59C-D10F-D60C-D5ED-79666793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0D1C7-599F-26E6-BC2B-8851F1F4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89E33-DD85-66EA-4433-7A7EC018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5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85ECB-BC70-4C79-418D-3A0B904C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2A44E-AF10-FBB3-00B1-D87D9DA9E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B7A46-32BE-7266-9FB0-370AA5F8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94EE-26E7-C8A4-CAB3-B6129C61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D76DC-4505-A29E-8CEF-8A454111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80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769AF3-1E62-BA4B-6945-59EC3D270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929C6-2130-6E10-6E9C-235977DC0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1472F-D48C-E195-54F9-72171270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78088-F0EC-E445-AAC8-3F4EDAE3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C37A9-0C85-5CEF-080F-DEBE8C24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49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C30962-009B-08E9-DB6A-631F22B6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D27B9-289D-8CFA-4CF0-B84CC1C4A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DBAA4-2AC1-8A5F-0579-EE7514CE7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234A1-4286-4EB5-94E8-B0856CC0055E}" type="datetimeFigureOut">
              <a:rPr lang="en-AU" smtClean="0"/>
              <a:t>13/06/2026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BEBE7-90AD-DC0A-573D-7B0112365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1BA8B-D495-3AB1-FE4F-9473F3BB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D9244-FE89-4161-9C5C-E5C1FE0CB9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615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pree.io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4B02-4E81-A9F3-BBE0-4E2736D3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2400"/>
              <a:t>Assessment 4 – </a:t>
            </a:r>
            <a:br>
              <a:rPr lang="en-AU" sz="2400"/>
            </a:br>
            <a:r>
              <a:rPr lang="en-AU" sz="2400"/>
              <a:t>HTML CSS Design and Java Script</a:t>
            </a:r>
            <a:br>
              <a:rPr lang="en-AU" sz="2400"/>
            </a:br>
            <a:endParaRPr lang="en-AU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DC299-632C-0192-0D67-379E34F04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ITC293 Introduction to the Web</a:t>
            </a:r>
          </a:p>
          <a:p>
            <a:r>
              <a:rPr lang="en-US" sz="1400" dirty="0"/>
              <a:t>Rory Rock</a:t>
            </a:r>
          </a:p>
          <a:p>
            <a:r>
              <a:rPr lang="en-US" sz="1400" dirty="0"/>
              <a:t>Student ID – 11828802</a:t>
            </a:r>
          </a:p>
          <a:p>
            <a:r>
              <a:rPr lang="en-US" sz="1400" dirty="0"/>
              <a:t>Submission Date 7/6/2026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9289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F0CD-BED4-7E62-9583-3E87A158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93831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Preliminary design</a:t>
            </a:r>
            <a:endParaRPr lang="en-AU"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93E13E-F4C5-B875-6625-3FDBDB99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Improve my work portfolio from A3 (assessment 3) for target audience of a potential employer.</a:t>
            </a:r>
          </a:p>
          <a:p>
            <a:r>
              <a:rPr lang="en-US" sz="1400" dirty="0"/>
              <a:t>Ensure that pages are responsive to smaller screen sizes such as mobile devices.</a:t>
            </a:r>
          </a:p>
          <a:p>
            <a:r>
              <a:rPr lang="en-US" sz="1400" dirty="0"/>
              <a:t>Add descriptive alt attributes to my images and merge print styles into my main </a:t>
            </a:r>
            <a:r>
              <a:rPr lang="en-US" sz="1400" dirty="0" err="1"/>
              <a:t>css</a:t>
            </a:r>
            <a:r>
              <a:rPr lang="en-US" sz="1400" dirty="0"/>
              <a:t> file using @ media in response to A3 feedback.</a:t>
            </a:r>
          </a:p>
          <a:p>
            <a:r>
              <a:rPr lang="en-US" sz="1400" dirty="0"/>
              <a:t>Clean up my Navbar, making logo smaller and responsive by removing absolute positioning and using grid.</a:t>
            </a:r>
          </a:p>
          <a:p>
            <a:r>
              <a:rPr lang="en-US" sz="1400" dirty="0"/>
              <a:t>Keep my </a:t>
            </a:r>
            <a:r>
              <a:rPr lang="en-US" sz="1400" dirty="0" err="1"/>
              <a:t>colour</a:t>
            </a:r>
            <a:r>
              <a:rPr lang="en-US" sz="1400" dirty="0"/>
              <a:t> pallet as it suited the site well.</a:t>
            </a:r>
          </a:p>
          <a:p>
            <a:r>
              <a:rPr lang="en-US" sz="1400" dirty="0"/>
              <a:t>Focus on form to ensure it meets all requirements and ensure validation goes above basic requirements as major marks awarded in this section, </a:t>
            </a:r>
            <a:r>
              <a:rPr lang="en-US" sz="1400" dirty="0" err="1"/>
              <a:t>Eg.</a:t>
            </a:r>
            <a:r>
              <a:rPr lang="en-US" sz="1400" dirty="0"/>
              <a:t> By making sure user can only enter text characters and not numbers in name fields.</a:t>
            </a:r>
          </a:p>
          <a:p>
            <a:r>
              <a:rPr lang="en-US" sz="1400" dirty="0"/>
              <a:t>Incorporate Java Script by at least meting basic requirements of form validation and attempt to </a:t>
            </a:r>
            <a:r>
              <a:rPr lang="en-US" sz="1400" dirty="0" err="1"/>
              <a:t>utilise</a:t>
            </a:r>
            <a:r>
              <a:rPr lang="en-US" sz="1400" dirty="0"/>
              <a:t> SCROLL Animations with Intersection Observer if I can understand and explain the concept.</a:t>
            </a:r>
          </a:p>
          <a:p>
            <a:r>
              <a:rPr lang="en-US" sz="1400" dirty="0"/>
              <a:t>I will host the site publicly on </a:t>
            </a:r>
            <a:r>
              <a:rPr lang="en-US" sz="1400" dirty="0" err="1"/>
              <a:t>Github</a:t>
            </a:r>
            <a:r>
              <a:rPr lang="en-US" sz="1400" dirty="0"/>
              <a:t> Pages as I have tested one other site and it works well and it’s free.</a:t>
            </a:r>
          </a:p>
        </p:txBody>
      </p:sp>
    </p:spTree>
    <p:extLst>
      <p:ext uri="{BB962C8B-B14F-4D97-AF65-F5344CB8AC3E}">
        <p14:creationId xmlns:p14="http://schemas.microsoft.com/office/powerpoint/2010/main" val="1953465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1D67F66-654D-0952-ABDE-EDB798FC0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5038"/>
            <a:ext cx="10515600" cy="11717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6E2DE6-332E-4E3A-05AF-BA64698AF73B}"/>
              </a:ext>
            </a:extLst>
          </p:cNvPr>
          <p:cNvSpPr txBox="1"/>
          <p:nvPr/>
        </p:nvSpPr>
        <p:spPr>
          <a:xfrm>
            <a:off x="838200" y="1969477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Mockup new Navbar style (see image above) that I have developed on a test site (note – pages, logos etc. not accurate for A4).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Incorporate button to navigate to Newsletter signup form included in nav to ensure it can not be overlooked and is prominent.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Much cleaner design than my A3 nav bar.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consistent grid layout as that will give a more uniform feel across pages and enable easier @media query to make pages responsive to mobile screen sizes.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Grid template 2 x 2 nav </a:t>
            </a:r>
            <a:r>
              <a:rPr lang="en-US" sz="1400" dirty="0" err="1"/>
              <a:t>nav</a:t>
            </a:r>
            <a:r>
              <a:rPr lang="en-US" sz="1400" dirty="0"/>
              <a:t>, </a:t>
            </a:r>
            <a:r>
              <a:rPr lang="en-US" sz="1400" dirty="0" err="1"/>
              <a:t>lhs_column</a:t>
            </a:r>
            <a:r>
              <a:rPr lang="en-US" sz="1400" dirty="0"/>
              <a:t> </a:t>
            </a:r>
            <a:r>
              <a:rPr lang="en-US" sz="1400" dirty="0" err="1"/>
              <a:t>rhs_column</a:t>
            </a:r>
            <a:r>
              <a:rPr lang="en-US" sz="1400" dirty="0"/>
              <a:t>, footer </a:t>
            </a:r>
            <a:r>
              <a:rPr lang="en-US" sz="1400" dirty="0" err="1"/>
              <a:t>footer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Design and test form in test page to ensure all functionality works then incorporate in A4 and style using </a:t>
            </a:r>
            <a:r>
              <a:rPr lang="en-US" sz="1400" dirty="0" err="1"/>
              <a:t>css</a:t>
            </a:r>
            <a:r>
              <a:rPr lang="en-US" sz="1400" dirty="0"/>
              <a:t> file. Mockup from my test site below.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1A2504-F848-CE98-45AF-0CCA35C67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423" y="4000802"/>
            <a:ext cx="2491153" cy="236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8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C794-37ED-F9D5-4991-E70E1025C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B34A-A6AF-8D26-BE20-3BB77C9B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93831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Interface design</a:t>
            </a:r>
            <a:endParaRPr lang="en-AU"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8FF44B-662B-AB19-4B55-250D623B9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50723" cy="4351338"/>
          </a:xfrm>
        </p:spPr>
        <p:txBody>
          <a:bodyPr/>
          <a:lstStyle/>
          <a:p>
            <a:pPr marL="285750" indent="-285750"/>
            <a:r>
              <a:rPr lang="en-AU" sz="1400" dirty="0"/>
              <a:t>Navigation Links/Buttons – </a:t>
            </a:r>
          </a:p>
          <a:p>
            <a:pPr lvl="1"/>
            <a:r>
              <a:rPr lang="en-AU" sz="1000" dirty="0"/>
              <a:t>Sign Up button Colour #1985A1, box shadow, on hover change to #4C5C68 and transform scale</a:t>
            </a:r>
          </a:p>
          <a:p>
            <a:pPr lvl="1"/>
            <a:r>
              <a:rPr lang="en-AU" sz="1000" dirty="0"/>
              <a:t>Page links to be text only (no background) , on hover give effect and change colour and retain the colour change to emphasise which page the user is on.</a:t>
            </a:r>
          </a:p>
          <a:p>
            <a:pPr marL="285750" indent="-285750"/>
            <a:r>
              <a:rPr lang="en-AU" sz="1400" dirty="0"/>
              <a:t>Typography – </a:t>
            </a:r>
          </a:p>
          <a:p>
            <a:pPr lvl="1"/>
            <a:r>
              <a:rPr lang="en-AU" sz="1000" dirty="0"/>
              <a:t>font-family: Arial, sans-serif (if Arial unsupported by browser), keep consistent across entire html element.</a:t>
            </a:r>
          </a:p>
          <a:p>
            <a:pPr marL="285750" indent="-285750"/>
            <a:r>
              <a:rPr lang="en-AU" sz="1400" dirty="0"/>
              <a:t>Colour Scheme – </a:t>
            </a:r>
          </a:p>
          <a:p>
            <a:pPr lvl="1"/>
            <a:r>
              <a:rPr lang="en-AU" sz="1000" dirty="0"/>
              <a:t>#DCDCDD background with black or near black text for readable contrast.</a:t>
            </a:r>
          </a:p>
          <a:p>
            <a:pPr lvl="1"/>
            <a:r>
              <a:rPr lang="en-AU" sz="1000" dirty="0"/>
              <a:t>#1985A1 blue colour to include coloured elements</a:t>
            </a:r>
          </a:p>
          <a:p>
            <a:pPr marL="285750" indent="-285750"/>
            <a:r>
              <a:rPr lang="en-AU" sz="1400" dirty="0"/>
              <a:t>Logo Placement –</a:t>
            </a:r>
          </a:p>
          <a:p>
            <a:pPr lvl="1"/>
            <a:r>
              <a:rPr lang="en-AU" sz="1000" dirty="0"/>
              <a:t>Logo and Favicon on every page</a:t>
            </a:r>
          </a:p>
          <a:p>
            <a:pPr marL="285750" indent="-285750"/>
            <a:r>
              <a:rPr lang="en-AU" sz="1400" dirty="0"/>
              <a:t>Print-Friendly Design – </a:t>
            </a:r>
          </a:p>
          <a:p>
            <a:pPr lvl="1"/>
            <a:r>
              <a:rPr lang="en-AU" sz="1000" dirty="0"/>
              <a:t>Print View = Navbar removed, white background, and larger font.</a:t>
            </a:r>
          </a:p>
          <a:p>
            <a:pPr lvl="1"/>
            <a:r>
              <a:rPr lang="en-AU" sz="1000" dirty="0"/>
              <a:t>Delete print.css from A3 and merge into style.css using @media print</a:t>
            </a:r>
          </a:p>
          <a:p>
            <a:endParaRPr lang="en-AU" sz="1400" dirty="0"/>
          </a:p>
          <a:p>
            <a:endParaRPr lang="en-AU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E4A50A-FD61-3997-70A2-167F1B92A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980" y="2590453"/>
            <a:ext cx="1533739" cy="46679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70ED40-51E5-0965-BD31-3A2802A05B32}"/>
              </a:ext>
            </a:extLst>
          </p:cNvPr>
          <p:cNvSpPr/>
          <p:nvPr/>
        </p:nvSpPr>
        <p:spPr>
          <a:xfrm>
            <a:off x="9327695" y="1825625"/>
            <a:ext cx="1172308" cy="339969"/>
          </a:xfrm>
          <a:prstGeom prst="roundRect">
            <a:avLst/>
          </a:prstGeom>
          <a:solidFill>
            <a:srgbClr val="1985A1"/>
          </a:solidFill>
          <a:ln>
            <a:solidFill>
              <a:srgbClr val="4C5C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F4467-481D-266B-2E6F-A8F235AB2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257" y="3482102"/>
            <a:ext cx="2913184" cy="135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032D-9EB5-8CB4-CE69-C192A20F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7546-B734-2676-28DA-50A6E04C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93831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Navigation design</a:t>
            </a:r>
            <a:endParaRPr lang="en-AU" sz="24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B16484-CD35-4558-A96A-78C64D7ED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479" y="2639951"/>
            <a:ext cx="7263042" cy="31864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3D899-D066-4545-4149-6DBBC8DB7EC6}"/>
              </a:ext>
            </a:extLst>
          </p:cNvPr>
          <p:cNvSpPr txBox="1"/>
          <p:nvPr/>
        </p:nvSpPr>
        <p:spPr>
          <a:xfrm>
            <a:off x="961292" y="1301262"/>
            <a:ext cx="100935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Navigation map (logical) below – ensuring all pages can be accessed from home (index.html) and that all pages can return to home.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Navbar to be uniform on all pages, link to stay </a:t>
            </a:r>
            <a:r>
              <a:rPr lang="en-US" sz="1400" dirty="0" err="1"/>
              <a:t>coloured</a:t>
            </a:r>
            <a:r>
              <a:rPr lang="en-US" sz="1400" dirty="0"/>
              <a:t> to </a:t>
            </a:r>
            <a:r>
              <a:rPr lang="en-US" sz="1400" dirty="0" err="1"/>
              <a:t>emphasise</a:t>
            </a:r>
            <a:r>
              <a:rPr lang="en-US" sz="1400" dirty="0"/>
              <a:t> the current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Newsletter sign up button will open newsletter.html page in new tab which will contain the form.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76644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D61A-2E4B-5382-B611-FEA63F35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6D8C-EA31-501F-C6E6-A85CC86A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93831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Storyboards - Home</a:t>
            </a:r>
            <a:endParaRPr lang="en-AU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E65908-1F2B-B48B-1A53-12E8CA290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1033462"/>
            <a:ext cx="687705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0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93A7-880D-6929-A251-2EBFF5F3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2A93-A2F7-B376-EDB0-6F5AC9325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93831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Storyboards - Resume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8AF15F-3092-0714-8C22-DDA2B3660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1033462"/>
            <a:ext cx="687705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53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7C33-A073-BB6E-8072-C2E8CF5D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A9E044D0-4CCC-B42D-A1D8-BA6DAB252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1033462"/>
            <a:ext cx="6877050" cy="47910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D9866C-3148-3FD8-F425-5972581D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93831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Storyboards - About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44681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486A7E-C35C-CDBC-EA88-E328C5185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1033462"/>
            <a:ext cx="6877050" cy="47910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39A3ACE-6CD6-701B-72F1-955BF524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396409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Storyboards – Various Skills Pages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3137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410BF-4AC1-A722-C8DC-8493D5DB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588513-9E19-C0DC-7BF9-C298BB42B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3662" y="1033462"/>
            <a:ext cx="6924675" cy="47910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4754C68-4254-8532-9905-021E5FDA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93831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Storyboards – Signup Form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2343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288B-05F6-A275-1D51-4CE8044A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261F05-D2F3-9213-391B-0C293FFCB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15" y="883829"/>
            <a:ext cx="8815570" cy="57614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41AE1FD-3B79-69D0-89C1-C219B4C8107B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5151783" cy="420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 err="1"/>
              <a:t>Organisation</a:t>
            </a:r>
            <a:r>
              <a:rPr lang="en-US" sz="2200" dirty="0"/>
              <a:t> of Information – Concept Map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407487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E2EAB-5533-F181-8FBC-50849243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E249-3D15-B2A3-8C7F-213FF7F2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596662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Usage of CSS</a:t>
            </a:r>
            <a:endParaRPr lang="en-AU"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219896-D112-2EEB-F40B-2452011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Contain all style </a:t>
            </a:r>
            <a:r>
              <a:rPr lang="en-US" sz="1400" dirty="0" err="1"/>
              <a:t>css</a:t>
            </a:r>
            <a:r>
              <a:rPr lang="en-US" sz="1400" dirty="0"/>
              <a:t> in external file as per A3 style.css</a:t>
            </a:r>
          </a:p>
          <a:p>
            <a:r>
              <a:rPr lang="en-US" sz="1400" dirty="0" err="1"/>
              <a:t>Utilise</a:t>
            </a:r>
            <a:r>
              <a:rPr lang="en-US" sz="1400" dirty="0"/>
              <a:t> grid layout to give consistency across pages and enable easier page response for mobile screens using @media query.</a:t>
            </a:r>
          </a:p>
          <a:p>
            <a:r>
              <a:rPr lang="en-US" sz="1400" dirty="0"/>
              <a:t>Follow guidance from A3 feedback and merge my print.css file into the style.css using @media print query.</a:t>
            </a:r>
          </a:p>
          <a:p>
            <a:r>
              <a:rPr lang="en-US" sz="1400" dirty="0"/>
              <a:t>Use classes and selectors throughout html to give me ability to make </a:t>
            </a:r>
            <a:r>
              <a:rPr lang="en-US" sz="1400" dirty="0" err="1"/>
              <a:t>css</a:t>
            </a:r>
            <a:r>
              <a:rPr lang="en-US" sz="1400" dirty="0"/>
              <a:t> changes to related elements making code reuseable.</a:t>
            </a:r>
          </a:p>
          <a:p>
            <a:r>
              <a:rPr lang="en-US" sz="1400" dirty="0"/>
              <a:t>Provide many comments in </a:t>
            </a:r>
            <a:r>
              <a:rPr lang="en-US" sz="1400" dirty="0" err="1"/>
              <a:t>css</a:t>
            </a:r>
            <a:r>
              <a:rPr lang="en-US" sz="1400" dirty="0"/>
              <a:t> to avoid confusion when others inspect code or when change required. This enables me to understand the purpose of each </a:t>
            </a:r>
            <a:r>
              <a:rPr lang="en-US" sz="1400" dirty="0" err="1"/>
              <a:t>css</a:t>
            </a:r>
            <a:r>
              <a:rPr lang="en-US" sz="1400" dirty="0"/>
              <a:t> code block.</a:t>
            </a:r>
          </a:p>
          <a:p>
            <a:r>
              <a:rPr lang="en-US" sz="1400" dirty="0" err="1"/>
              <a:t>Emphasise</a:t>
            </a:r>
            <a:r>
              <a:rPr lang="en-US" sz="1400" dirty="0"/>
              <a:t> newsletter sign up button with box shadow and transform scale.</a:t>
            </a:r>
          </a:p>
          <a:p>
            <a:endParaRPr lang="en-AU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EC69B-AE82-39A1-52EF-2D15A8B60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681" y="4274789"/>
            <a:ext cx="3848637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35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8F03-C30F-84A9-3351-F7F62BEA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DBD6-DBD7-CC55-CE60-33753EB1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596662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HTML Form &amp; JavaScript</a:t>
            </a:r>
            <a:endParaRPr lang="en-AU"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AF9EAA-E7FD-702A-B303-B42FB003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Based off marking criteria the form &amp; Java Script have the highest weighting for the professional dialogue so functionality, requirements met and understanding all vital here.</a:t>
            </a:r>
          </a:p>
          <a:p>
            <a:r>
              <a:rPr lang="en-US" sz="1400" dirty="0"/>
              <a:t>Add all necessary input elements; text box (first name), text box (last name), email (email), radio buttons (age), checkbox (department), text area, submit and reset buttons.</a:t>
            </a:r>
          </a:p>
          <a:p>
            <a:r>
              <a:rPr lang="en-US" sz="1400" dirty="0"/>
              <a:t>Ensure all criteria for field size met.</a:t>
            </a:r>
          </a:p>
          <a:p>
            <a:r>
              <a:rPr lang="en-US" sz="1400" dirty="0"/>
              <a:t>Add Java Script function for alert on page load</a:t>
            </a:r>
          </a:p>
          <a:p>
            <a:r>
              <a:rPr lang="en-US" sz="1400" dirty="0"/>
              <a:t>Add JavaScript function to validate the inputs of first name, and last name to ensure not blank and no numerical characters. </a:t>
            </a:r>
            <a:r>
              <a:rPr lang="en-US" sz="1400" dirty="0" err="1"/>
              <a:t>Utilise</a:t>
            </a:r>
            <a:r>
              <a:rPr lang="en-US" sz="1400" dirty="0"/>
              <a:t> a Regex pattern test here to catch all including a lack of entry.</a:t>
            </a:r>
          </a:p>
          <a:p>
            <a:r>
              <a:rPr lang="en-US" sz="1400" dirty="0"/>
              <a:t>Incorporate in validation function a condition to ensure that at least one checkbox is selected.</a:t>
            </a:r>
          </a:p>
          <a:p>
            <a:r>
              <a:rPr lang="en-US" sz="1400" dirty="0"/>
              <a:t>Style in </a:t>
            </a:r>
            <a:r>
              <a:rPr lang="en-US" sz="1400" dirty="0" err="1"/>
              <a:t>css</a:t>
            </a:r>
            <a:r>
              <a:rPr lang="en-US" sz="1400" dirty="0"/>
              <a:t>, the radio buttons and check boxes using </a:t>
            </a:r>
            <a:r>
              <a:rPr lang="en-US" sz="1400" dirty="0" err="1"/>
              <a:t>fieldset</a:t>
            </a:r>
            <a:r>
              <a:rPr lang="en-US" sz="1400" dirty="0"/>
              <a:t> html container with legend.</a:t>
            </a:r>
          </a:p>
          <a:p>
            <a:r>
              <a:rPr lang="en-US" sz="1400" dirty="0"/>
              <a:t>Using the post method to process the data on submit, I have </a:t>
            </a:r>
            <a:r>
              <a:rPr lang="en-US" sz="1400" dirty="0" err="1"/>
              <a:t>utilised</a:t>
            </a:r>
            <a:r>
              <a:rPr lang="en-US" sz="1400" dirty="0"/>
              <a:t> a third-party service </a:t>
            </a:r>
            <a:r>
              <a:rPr lang="en-US" sz="1400" dirty="0">
                <a:hlinkClick r:id="rId2"/>
              </a:rPr>
              <a:t>https://formspree.io</a:t>
            </a:r>
            <a:r>
              <a:rPr lang="en-US" sz="1400" dirty="0"/>
              <a:t> that, upon submit confirms successful submission and sends form data to my email address. I will validate with screenshot.</a:t>
            </a: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717388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1E3F-A9BF-035F-BD89-2728A9A0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24C8-3FCB-FF03-D2E8-CFE9F5B6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Code reusability and readability</a:t>
            </a:r>
            <a:endParaRPr lang="en-AU"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69B69D-B6D3-CB9C-A990-3328D30DB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External </a:t>
            </a:r>
            <a:r>
              <a:rPr lang="en-US" sz="1400" dirty="0" err="1"/>
              <a:t>css</a:t>
            </a:r>
            <a:r>
              <a:rPr lang="en-US" sz="1400" dirty="0"/>
              <a:t> used across project to separate the style from the content.</a:t>
            </a:r>
          </a:p>
          <a:p>
            <a:r>
              <a:rPr lang="en-US" sz="1400" dirty="0"/>
              <a:t>Plan to </a:t>
            </a:r>
            <a:r>
              <a:rPr lang="en-US" sz="1400" dirty="0" err="1"/>
              <a:t>utilise</a:t>
            </a:r>
            <a:r>
              <a:rPr lang="en-US" sz="1400" dirty="0"/>
              <a:t> class selectors for reusability of code across multiple pages to give consistent look and feel.</a:t>
            </a:r>
          </a:p>
          <a:p>
            <a:r>
              <a:rPr lang="en-US" sz="1400" dirty="0"/>
              <a:t>Build Java Script functions for reusability in various parts of website.</a:t>
            </a:r>
          </a:p>
          <a:p>
            <a:r>
              <a:rPr lang="en-US" sz="1400" dirty="0"/>
              <a:t>Add enough comments so that upon reflection both myself and other programmers understand the purpose of code blocks, particularly important in the </a:t>
            </a:r>
            <a:r>
              <a:rPr lang="en-US" sz="1400" dirty="0" err="1"/>
              <a:t>css</a:t>
            </a:r>
            <a:r>
              <a:rPr lang="en-US" sz="1400" dirty="0"/>
              <a:t> and Java Script files as they usually contain more complexity than the html elements.</a:t>
            </a:r>
          </a:p>
          <a:p>
            <a:r>
              <a:rPr lang="en-US" sz="1400" dirty="0"/>
              <a:t>Follow coding conventions, for example adding prologue to external Java Script file.</a:t>
            </a:r>
          </a:p>
          <a:p>
            <a:endParaRPr lang="en-US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11150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4F453-50DB-482D-FE56-C7BD7B20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8EED-7CC1-CEA6-26AE-4C3A5595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Validation of Form Fields</a:t>
            </a:r>
            <a:endParaRPr lang="en-AU"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1E9070-2559-99BA-75B8-44DC071CB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After much research on the best method for input validation on the Newsletter Signup Form I decided upon a function that incorporates a regex pattern matcher to verify that a name has been entered in first name, last name and that no numeric input was entered. Use if condition and, if pattern not matched throw an alert requesting correct input.</a:t>
            </a:r>
          </a:p>
          <a:p>
            <a:r>
              <a:rPr lang="en-US" sz="1400" dirty="0"/>
              <a:t>Test input control already has a required attribute, but it is not adequate to show my understanding of Java Script.</a:t>
            </a:r>
          </a:p>
          <a:p>
            <a:r>
              <a:rPr lang="en-US" sz="1400" dirty="0"/>
              <a:t>Within the same function use a for loop to iterate through all check box fields to ensure that at least one is selected. If no check box selected throw an alert to request correct input.</a:t>
            </a:r>
          </a:p>
          <a:p>
            <a:r>
              <a:rPr lang="en-US" sz="1400" dirty="0"/>
              <a:t>Email validation only basic here as required input control is adequate for the purpose, given more time I could create a function to validate a correct email address entered.</a:t>
            </a:r>
          </a:p>
          <a:p>
            <a:r>
              <a:rPr lang="en-US" sz="1400" dirty="0"/>
              <a:t>Ensure required fields are marked as such to the user to avoid unnecessary submissions.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187987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6A4B-7616-9C41-B457-4C357AFB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E3FF-DB0A-29DC-07C5-3C286E90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File sizes and naming</a:t>
            </a:r>
            <a:endParaRPr lang="en-AU" sz="240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23F36BE-1777-FF9B-F887-7AE96DCF6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7815" y="1047561"/>
            <a:ext cx="7856370" cy="544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2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6009-0592-E4C5-A5AE-754CE6FF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D09E-28F3-C82D-9E30-E45F55A64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Reflection &amp; Improvements</a:t>
            </a:r>
            <a:endParaRPr lang="en-AU"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0BB532-1BE6-F9B8-5516-B961967FF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During the staged assessments I have found that the main improvements that I have learnt has come through careful planning prior to coding. As I have learnt new skills through subject tutorials, text reading, YouTube tutorials</a:t>
            </a:r>
            <a:r>
              <a:rPr lang="en-US" sz="1400"/>
              <a:t>, and W3 school's website, </a:t>
            </a:r>
            <a:r>
              <a:rPr lang="en-US" sz="1400" dirty="0"/>
              <a:t>those skills have then allowed me to plan better as those techniques and skills are how I wish to implement my plan.</a:t>
            </a:r>
          </a:p>
          <a:p>
            <a:r>
              <a:rPr lang="en-US" sz="1400" dirty="0"/>
              <a:t>From last assessment I have improved my nav bar and logo by making the whole section cleaner and changing the size of logo and reverting away from absolute positioning to enable responsive </a:t>
            </a:r>
            <a:r>
              <a:rPr lang="en-US" sz="1400" dirty="0" err="1"/>
              <a:t>behaviour</a:t>
            </a:r>
            <a:r>
              <a:rPr lang="en-US" sz="1400" dirty="0"/>
              <a:t> on smaller screens.</a:t>
            </a:r>
          </a:p>
          <a:p>
            <a:r>
              <a:rPr lang="en-US" sz="1400" dirty="0" err="1"/>
              <a:t>Utilising</a:t>
            </a:r>
            <a:r>
              <a:rPr lang="en-US" sz="1400" dirty="0"/>
              <a:t> the grid layout on all pages improves consistency and spreads the text out allowing the user not to get bogged down reading large paragraphs.</a:t>
            </a:r>
          </a:p>
          <a:p>
            <a:r>
              <a:rPr lang="en-US" sz="1400" dirty="0"/>
              <a:t>As I learn more Java Script and use of the DOM I can see how powerful it can be in making the pages interactive and allowing manipulation of data input by user.</a:t>
            </a:r>
          </a:p>
          <a:p>
            <a:r>
              <a:rPr lang="en-US" sz="1400" dirty="0"/>
              <a:t>I now have a clear understanding of form creation and was surprised by the complexity of them.</a:t>
            </a: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061530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CE447-E54F-7365-39E1-8D864378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72FF-298B-DD54-B5D7-E994ED68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Requirements Checklist</a:t>
            </a:r>
            <a:endParaRPr lang="en-AU" sz="240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0113D2F-320C-9519-921A-B6C6EC2B0A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48423"/>
              </p:ext>
            </p:extLst>
          </p:nvPr>
        </p:nvGraphicFramePr>
        <p:xfrm>
          <a:off x="838200" y="887779"/>
          <a:ext cx="10515600" cy="577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513654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59364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Requirement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Completed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5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 fits screen resolution 1024 x 768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710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Navigation Bar templated across all pages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6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Design contains theme and </a:t>
                      </a:r>
                      <a:r>
                        <a:rPr lang="en-US" sz="1600" dirty="0" err="1"/>
                        <a:t>colour</a:t>
                      </a:r>
                      <a:r>
                        <a:rPr lang="en-US" sz="1600" dirty="0"/>
                        <a:t> pallet 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00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Consistent Fonts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6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Consistent image size and not excessive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23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No scroll bars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27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HTML5 implementation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979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HTML &amp; CSS pass validation using W3C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71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DOCTYPE statement correct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55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 tags (home page) and a relevant page title on each page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076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At least six (6) pages on the website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20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At least four skills pages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87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HTML Form completed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257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Java Script used to validate form + alert on load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716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21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34B2A-C220-78A1-BBDC-0C743E29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CD30-531E-4E14-8DD2-1505941BC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/>
              <a:t>Requirements Checklist</a:t>
            </a:r>
            <a:endParaRPr lang="en-AU" sz="240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663232F-0CC6-E492-69C0-400504FD31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877148"/>
              </p:ext>
            </p:extLst>
          </p:nvPr>
        </p:nvGraphicFramePr>
        <p:xfrm>
          <a:off x="838200" y="887779"/>
          <a:ext cx="10515600" cy="577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513654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59364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Requirement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Completed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5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Site publicly hosted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710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Testing plan carried out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6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Addressed all Written (W) components in design document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00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At least 2 CSS type &amp; 1 universal selector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6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Preparation for Professional Dialogue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23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27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979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71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55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076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20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87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257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716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912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5546-7CC2-E362-1CC7-10488845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B3AF0-AF8E-8A0F-EA22-D769B8FC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W3C HTML Validations</a:t>
            </a:r>
            <a:endParaRPr lang="en-AU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217B39-6902-CDD1-0349-55F3866C0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826477"/>
            <a:ext cx="4172532" cy="1524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41BB67-C5EF-81DF-6B30-42FF4DE05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67" y="2543442"/>
            <a:ext cx="4220164" cy="1419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786ECE-0ADF-6EA3-D857-9C2E455EA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67" y="4330397"/>
            <a:ext cx="4210638" cy="2162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520307-1ED2-3E51-FFEB-C5CAA3A9E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110" y="785446"/>
            <a:ext cx="4410691" cy="15908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CD865A-4A8D-3247-7D83-AD86D5B43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110" y="2543442"/>
            <a:ext cx="4201111" cy="1228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0F03C7-5A44-72C8-2517-5B1AC0C1FF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4531" y="4063471"/>
            <a:ext cx="4229690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68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3C02-E35C-08B9-D7BD-E9CBD901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1BB4-0AF2-A7DC-59BE-885A884F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W3C HTML Validations</a:t>
            </a:r>
            <a:endParaRPr lang="en-AU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1297EF-A614-9BC3-9545-577D6CEFA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785446"/>
            <a:ext cx="3826883" cy="4351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7944A4-7CA9-1242-A6C6-B37A2524E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010" y="785446"/>
            <a:ext cx="4334480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01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6387-5025-3C72-EDA7-4E719533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B126-8F1F-AB16-8FEB-CFB4D13A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W3C CSS Validations</a:t>
            </a:r>
            <a:endParaRPr lang="en-AU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7DDAF8-DE60-80B3-C41E-C01986BB1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469" y="3405898"/>
            <a:ext cx="6535062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5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3AF6E-CB33-616D-68F7-AA230531F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14A7-F296-FED2-2B4D-489B78E3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Testing</a:t>
            </a:r>
            <a:endParaRPr lang="en-AU" sz="240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CEED106-F7E9-54A2-9D65-F47E852FE9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920599"/>
              </p:ext>
            </p:extLst>
          </p:nvPr>
        </p:nvGraphicFramePr>
        <p:xfrm>
          <a:off x="838199" y="911225"/>
          <a:ext cx="105156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211039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28439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8151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Requirement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Test Method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Anticipated Result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1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Form opens in new tab with alert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Click link from all pages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Newsletter form page opens in new tab and alert “welcome msg” works.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27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Form data submits using POST method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Submit a test form response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Screenshot received email to show data submitted successfully.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90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“Required Data” instructions on form fields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Visual inspection of form and test submission with fields missing.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Form should not submit with any “required” field blank.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42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Form input controls as per guidelines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Attempt to enter too many characters, test button functionality.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Field size should limit character entry. Buttons should function as expected.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25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Form should not submit with blank names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Attempt input with first, last, or both names null.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Alert should pop up if invalid input.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04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URL of page functions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Open page and test all links on remote device.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Page should function on public browser with no access to local files.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971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446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8875-98ED-7E68-2A11-A55300C0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28EF-D8EC-505C-A4A0-362D888D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3264877" cy="42032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Testing</a:t>
            </a:r>
            <a:endParaRPr lang="en-AU" sz="2400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B442E8F-DBF4-3931-4449-B45AD2DC3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802356"/>
              </p:ext>
            </p:extLst>
          </p:nvPr>
        </p:nvGraphicFramePr>
        <p:xfrm>
          <a:off x="838199" y="946394"/>
          <a:ext cx="10515600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211039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28439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8151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Requirement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Test Method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Anticipated Result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1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Requirement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Test Method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Anticipated Result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23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External CSS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Review HTML Code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trace of inline/internal </a:t>
                      </a:r>
                      <a:r>
                        <a:rPr lang="en-US" sz="1600" dirty="0" err="1"/>
                        <a:t>css</a:t>
                      </a:r>
                      <a:r>
                        <a:rPr lang="en-US" sz="1600" dirty="0"/>
                        <a:t>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64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NavBar</a:t>
                      </a:r>
                      <a:r>
                        <a:rPr lang="en-US" sz="1600" dirty="0"/>
                        <a:t> uniform across pages and all links work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Page by page review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NavBar</a:t>
                      </a:r>
                      <a:r>
                        <a:rPr lang="en-US" sz="1600" dirty="0"/>
                        <a:t> presents the same on each page.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25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Print Layout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Print and compare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</a:t>
                      </a:r>
                      <a:r>
                        <a:rPr lang="en-US" sz="1600" dirty="0" err="1"/>
                        <a:t>NavBar</a:t>
                      </a:r>
                      <a:r>
                        <a:rPr lang="en-US" sz="1600" dirty="0"/>
                        <a:t>, background </a:t>
                      </a:r>
                      <a:r>
                        <a:rPr lang="en-US" sz="1600" dirty="0" err="1"/>
                        <a:t>colour</a:t>
                      </a:r>
                      <a:r>
                        <a:rPr lang="en-US" sz="1600" dirty="0"/>
                        <a:t>/image removed and larger font.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019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Logo/Favicon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Browser Tab &amp; page comparison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Favicon on each tab, Logo on each page.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0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Validation 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W3C validator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Ensure no errors.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82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Phone, Email links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Click Links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Ensure successful.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26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Page nav links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Click Links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Ensure no dead links &amp; home accessible from each page.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03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Browser compatibility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Test in Chrome, Edge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Ensure page displays.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65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96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1812</Words>
  <Application>Microsoft Office PowerPoint</Application>
  <PresentationFormat>Widescreen</PresentationFormat>
  <Paragraphs>181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Assessment 4 –  HTML CSS Design and Java Script </vt:lpstr>
      <vt:lpstr>Preliminary design</vt:lpstr>
      <vt:lpstr>PowerPoint Presentation</vt:lpstr>
      <vt:lpstr>Interface design</vt:lpstr>
      <vt:lpstr>Navigation design</vt:lpstr>
      <vt:lpstr>Storyboards - Home</vt:lpstr>
      <vt:lpstr>Storyboards - Resume</vt:lpstr>
      <vt:lpstr>Storyboards - About</vt:lpstr>
      <vt:lpstr>Storyboards – Various Skills Pages</vt:lpstr>
      <vt:lpstr>Storyboards – Signup Form</vt:lpstr>
      <vt:lpstr>PowerPoint Presentation</vt:lpstr>
      <vt:lpstr>Usage of CSS</vt:lpstr>
      <vt:lpstr>HTML Form &amp; JavaScript</vt:lpstr>
      <vt:lpstr>Code reusability and readability</vt:lpstr>
      <vt:lpstr>Validation of Form Fields</vt:lpstr>
      <vt:lpstr>File sizes and naming</vt:lpstr>
      <vt:lpstr>Reflection &amp; Improvements</vt:lpstr>
      <vt:lpstr>Requirements Checklist</vt:lpstr>
      <vt:lpstr>Requirements Checklist</vt:lpstr>
      <vt:lpstr>W3C HTML Validations</vt:lpstr>
      <vt:lpstr>W3C HTML Validations</vt:lpstr>
      <vt:lpstr>W3C CSS Validations</vt:lpstr>
      <vt:lpstr>Testing</vt:lpstr>
      <vt:lpstr>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Rory Rock</dc:creator>
  <cp:lastModifiedBy>Rory Rock</cp:lastModifiedBy>
  <cp:revision>1</cp:revision>
  <dcterms:created xsi:type="dcterms:W3CDTF">2026-06-07T00:34:21Z</dcterms:created>
  <dcterms:modified xsi:type="dcterms:W3CDTF">2026-06-13T07:24:05Z</dcterms:modified>
</cp:coreProperties>
</file>